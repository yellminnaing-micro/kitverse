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KitVerse project files and supplied screenshots.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README.md and index.php.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README.md, PHP files, assets/*.css, assets/*.js and database/schema.sql.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home screenshot and parts/shell-start.php.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home screenshot and parts/home.php.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product screenshot and index.php product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cart screenshot, parts/cart.php and parts/checkout.php.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orders screenshot, parts/customer-orders.php and index.php.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admin dashboard screenshot and parts/admin-overview.php.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inventory screenshot, parts/admin-products.php and parts/admin-inventory.php.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index.php password_hash, password_verify, is_admin, token and prepared database queries.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rcRect l="24987" r="24987"/>
          <a:stretch>
            <a:fillRect/>
          </a:stretch>
        </p:blipFill>
        <p:spPr>
          <a:xfrm>
            <a:off x="6096000" y="0"/>
            <a:ext cx="6096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0B7BB96-8195-4FD3-9AE4-860B75D3FDB4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2667000" cy="9525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23900" y="628650"/>
            <a:ext cx="2400300" cy="8001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CE1BB7A1-7BBE-45B5-B456-85129A182E44}"/>
              </a:ext>
            </a:extLst>
          </p:cNvPr>
          <p:cNvSpPr>
            <a:spLocks noGrp="1"/>
          </p:cNvSpPr>
          <p:nvPr/>
        </p:nvSpPr>
        <p:spPr>
          <a:xfrm>
            <a:off x="571500" y="2333625"/>
            <a:ext cx="5381625" cy="857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KitVerse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7020A0F-33CC-4BAE-8AE2-0B546970BBE4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5143500" cy="8096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70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Football Jersey Shopping Website</a:t>
            </a:r>
          </a:p>
        </p:txBody>
      </p:sp>
    </p:spTree>
    <p:extLst>
      <p:ext uri="{BB962C8B-B14F-4D97-AF65-F5344CB8AC3E}">
        <p14:creationId xmlns:p14="http://schemas.microsoft.com/office/powerpoint/2010/main" val="1365152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DF42BE8-3E8D-4966-B0F4-266409409186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905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KITVERSE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74FFC3-3D32-45CF-AB9D-B5B1D59504B2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Overview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9B5F0E-8C7A-44E6-AE43-BCAD5817FCDB}"/>
              </a:ext>
            </a:extLst>
          </p:cNvPr>
          <p:cNvSpPr>
            <a:spLocks noGrp="1"/>
          </p:cNvSpPr>
          <p:nvPr/>
        </p:nvSpPr>
        <p:spPr>
          <a:xfrm>
            <a:off x="11353800" y="619125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C9D6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6D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F384A51-CE58-4AD0-8982-2F1391C5F503}"/>
              </a:ext>
            </a:extLst>
          </p:cNvPr>
          <p:cNvSpPr>
            <a:spLocks noGrp="1"/>
          </p:cNvSpPr>
          <p:nvPr/>
        </p:nvSpPr>
        <p:spPr>
          <a:xfrm>
            <a:off x="609600" y="190500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68E1E79-F740-41BB-95CF-B7744C5E4A1F}"/>
              </a:ext>
            </a:extLst>
          </p:cNvPr>
          <p:cNvSpPr>
            <a:spLocks noGrp="1"/>
          </p:cNvSpPr>
          <p:nvPr/>
        </p:nvSpPr>
        <p:spPr>
          <a:xfrm>
            <a:off x="971550" y="1905000"/>
            <a:ext cx="482917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Online shop for football jerseys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1FDCEB5-BEB2-48E5-A831-C528660E54E3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8F91EF0-83B6-4286-8B8F-94D7D58158CC}"/>
              </a:ext>
            </a:extLst>
          </p:cNvPr>
          <p:cNvSpPr>
            <a:spLocks noGrp="1"/>
          </p:cNvSpPr>
          <p:nvPr/>
        </p:nvSpPr>
        <p:spPr>
          <a:xfrm>
            <a:off x="971550" y="2724150"/>
            <a:ext cx="482917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Customers browse kits by club and type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A05A3E-6F6B-425E-A90A-27D8631EDFC6}"/>
              </a:ext>
            </a:extLst>
          </p:cNvPr>
          <p:cNvSpPr>
            <a:spLocks noGrp="1"/>
          </p:cNvSpPr>
          <p:nvPr/>
        </p:nvSpPr>
        <p:spPr>
          <a:xfrm>
            <a:off x="609600" y="354330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5CD29E-EC5E-4311-B659-4574E80150BD}"/>
              </a:ext>
            </a:extLst>
          </p:cNvPr>
          <p:cNvSpPr>
            <a:spLocks noGrp="1"/>
          </p:cNvSpPr>
          <p:nvPr/>
        </p:nvSpPr>
        <p:spPr>
          <a:xfrm>
            <a:off x="971550" y="3543300"/>
            <a:ext cx="482917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Sizes and prices appear on each product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C652D08-B587-4375-B17D-640B4CBC1E44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78DB624-B14E-4BB4-8997-127DE81E0068}"/>
              </a:ext>
            </a:extLst>
          </p:cNvPr>
          <p:cNvSpPr>
            <a:spLocks noGrp="1"/>
          </p:cNvSpPr>
          <p:nvPr/>
        </p:nvSpPr>
        <p:spPr>
          <a:xfrm>
            <a:off x="971550" y="4362450"/>
            <a:ext cx="482917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 manages products and orders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62750" y="2286000"/>
            <a:ext cx="3333750" cy="333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833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978CCE85-4D02-4F88-AC44-775EB67559D5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905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KITVERSE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6862AD-E88F-4D0D-A917-AD76062F26D8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Technologies Used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CD4F81E-67EF-4378-AF3A-2A3BDB4CD73A}"/>
              </a:ext>
            </a:extLst>
          </p:cNvPr>
          <p:cNvSpPr>
            <a:spLocks noGrp="1"/>
          </p:cNvSpPr>
          <p:nvPr/>
        </p:nvSpPr>
        <p:spPr>
          <a:xfrm>
            <a:off x="11353800" y="619125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C9D6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6D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69376AB-9548-488E-8FF0-5A010F15E6C1}"/>
              </a:ext>
            </a:extLst>
          </p:cNvPr>
          <p:cNvSpPr>
            <a:spLocks noGrp="1"/>
          </p:cNvSpPr>
          <p:nvPr/>
        </p:nvSpPr>
        <p:spPr>
          <a:xfrm>
            <a:off x="609600" y="168592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D704559-A7F8-4004-A3BE-39643F06B979}"/>
              </a:ext>
            </a:extLst>
          </p:cNvPr>
          <p:cNvSpPr>
            <a:spLocks noGrp="1"/>
          </p:cNvSpPr>
          <p:nvPr/>
        </p:nvSpPr>
        <p:spPr>
          <a:xfrm>
            <a:off x="971550" y="1685925"/>
            <a:ext cx="6781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HTML builds the page content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4E60ED3-EDE7-4AC3-B696-C6CBFE3B45E7}"/>
              </a:ext>
            </a:extLst>
          </p:cNvPr>
          <p:cNvSpPr>
            <a:spLocks noGrp="1"/>
          </p:cNvSpPr>
          <p:nvPr/>
        </p:nvSpPr>
        <p:spPr>
          <a:xfrm>
            <a:off x="609600" y="245745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91D5AB-15F0-4338-8446-5CB1966E41BD}"/>
              </a:ext>
            </a:extLst>
          </p:cNvPr>
          <p:cNvSpPr>
            <a:spLocks noGrp="1"/>
          </p:cNvSpPr>
          <p:nvPr/>
        </p:nvSpPr>
        <p:spPr>
          <a:xfrm>
            <a:off x="971550" y="2457450"/>
            <a:ext cx="6781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CSS controls the layout and colors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D8E0B9B-D6B6-4491-8025-FD0EB0FB04A7}"/>
              </a:ext>
            </a:extLst>
          </p:cNvPr>
          <p:cNvSpPr>
            <a:spLocks noGrp="1"/>
          </p:cNvSpPr>
          <p:nvPr/>
        </p:nvSpPr>
        <p:spPr>
          <a:xfrm>
            <a:off x="609600" y="322897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8B8EDAE-2BAB-48F3-8736-1D631C205FDB}"/>
              </a:ext>
            </a:extLst>
          </p:cNvPr>
          <p:cNvSpPr>
            <a:spLocks noGrp="1"/>
          </p:cNvSpPr>
          <p:nvPr/>
        </p:nvSpPr>
        <p:spPr>
          <a:xfrm>
            <a:off x="971550" y="3228975"/>
            <a:ext cx="6781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JavaScript handles page interactions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D884615-77C9-4751-9826-5D8A36984B3E}"/>
              </a:ext>
            </a:extLst>
          </p:cNvPr>
          <p:cNvSpPr>
            <a:spLocks noGrp="1"/>
          </p:cNvSpPr>
          <p:nvPr/>
        </p:nvSpPr>
        <p:spPr>
          <a:xfrm>
            <a:off x="609600" y="400050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1B6C1F-23E8-4D17-B47D-9B2E0A3A9DC2}"/>
              </a:ext>
            </a:extLst>
          </p:cNvPr>
          <p:cNvSpPr>
            <a:spLocks noGrp="1"/>
          </p:cNvSpPr>
          <p:nvPr/>
        </p:nvSpPr>
        <p:spPr>
          <a:xfrm>
            <a:off x="971550" y="4000500"/>
            <a:ext cx="6781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PHP and MySQL run the store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EA82E2-902A-4A68-9EBC-F9318DDF2C8C}"/>
              </a:ext>
            </a:extLst>
          </p:cNvPr>
          <p:cNvSpPr>
            <a:spLocks noGrp="1"/>
          </p:cNvSpPr>
          <p:nvPr/>
        </p:nvSpPr>
        <p:spPr>
          <a:xfrm>
            <a:off x="609600" y="477202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23C739-64AA-4289-941E-A84CD3A16FC0}"/>
              </a:ext>
            </a:extLst>
          </p:cNvPr>
          <p:cNvSpPr>
            <a:spLocks noGrp="1"/>
          </p:cNvSpPr>
          <p:nvPr/>
        </p:nvSpPr>
        <p:spPr>
          <a:xfrm>
            <a:off x="971550" y="4772025"/>
            <a:ext cx="6781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XAMPP runs the project locally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29CCCD-4582-4035-A80B-2F2F29548E86}"/>
              </a:ext>
            </a:extLst>
          </p:cNvPr>
          <p:cNvSpPr>
            <a:spLocks noGrp="1"/>
          </p:cNvSpPr>
          <p:nvPr/>
        </p:nvSpPr>
        <p:spPr>
          <a:xfrm>
            <a:off x="8334375" y="2238375"/>
            <a:ext cx="2762250" cy="11906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429625" y="2405063"/>
            <a:ext cx="257175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764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CEE77F05-13AE-4F89-8CBD-C700D8D69154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905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KITVERSE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2263B38-0B74-491B-AEE7-8578EA0C615C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Website Menus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615AD1F-1AA7-4D27-95D5-8930182C6E5F}"/>
              </a:ext>
            </a:extLst>
          </p:cNvPr>
          <p:cNvSpPr>
            <a:spLocks noGrp="1"/>
          </p:cNvSpPr>
          <p:nvPr/>
        </p:nvSpPr>
        <p:spPr>
          <a:xfrm>
            <a:off x="11353800" y="619125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C9D6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6D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89E3B19-9CD8-4A1D-AFEC-7F79BC4661DF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F40617F-4F1C-4F3B-9BBC-147B28C9226C}"/>
              </a:ext>
            </a:extLst>
          </p:cNvPr>
          <p:cNvSpPr>
            <a:spLocks noGrp="1"/>
          </p:cNvSpPr>
          <p:nvPr/>
        </p:nvSpPr>
        <p:spPr>
          <a:xfrm>
            <a:off x="971550" y="1952625"/>
            <a:ext cx="4876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Home, Jerseys and Clubs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5A749D-BB02-4DAB-BA74-7F729CEBDCAD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000400D-FDDF-4D3A-A2F5-DC69EFF8AAA0}"/>
              </a:ext>
            </a:extLst>
          </p:cNvPr>
          <p:cNvSpPr>
            <a:spLocks noGrp="1"/>
          </p:cNvSpPr>
          <p:nvPr/>
        </p:nvSpPr>
        <p:spPr>
          <a:xfrm>
            <a:off x="971550" y="2762250"/>
            <a:ext cx="4876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New Arrivals and Sale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4A5F464-2F46-4962-974E-B7976154019C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CF0C80A-8057-44CB-A237-B98BB0E06E2F}"/>
              </a:ext>
            </a:extLst>
          </p:cNvPr>
          <p:cNvSpPr>
            <a:spLocks noGrp="1"/>
          </p:cNvSpPr>
          <p:nvPr/>
        </p:nvSpPr>
        <p:spPr>
          <a:xfrm>
            <a:off x="971550" y="3571875"/>
            <a:ext cx="4876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Search and Wishlist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19DB016-495E-4738-B2B3-CE29287D5A0A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6ED8DD0-6C04-46A9-87ED-F7EEC7C462CF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4876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Account and Cart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723935" y="1933575"/>
            <a:ext cx="4373405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6225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61D909-673A-4F32-84DF-EA817D8C2E07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905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KITVERSE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1500F89-3BB9-4DAF-ABA7-32476B083B0C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 Page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28066A-FB22-4500-A99B-03895374B967}"/>
              </a:ext>
            </a:extLst>
          </p:cNvPr>
          <p:cNvSpPr>
            <a:spLocks noGrp="1"/>
          </p:cNvSpPr>
          <p:nvPr/>
        </p:nvSpPr>
        <p:spPr>
          <a:xfrm>
            <a:off x="11353800" y="619125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C9D6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6D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6B0A150-E548-46CB-A078-581A4ED01D0F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EE4DD80-42EB-4924-8E03-BB713BDB3762}"/>
              </a:ext>
            </a:extLst>
          </p:cNvPr>
          <p:cNvSpPr>
            <a:spLocks noGrp="1"/>
          </p:cNvSpPr>
          <p:nvPr/>
        </p:nvSpPr>
        <p:spPr>
          <a:xfrm>
            <a:off x="971550" y="1952625"/>
            <a:ext cx="45434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Featured jerseys on the main page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6B09C6E-BE40-4EF7-8E30-697C5E95E19B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A199C1-912B-4987-8A78-CFEE48CA5E3E}"/>
              </a:ext>
            </a:extLst>
          </p:cNvPr>
          <p:cNvSpPr>
            <a:spLocks noGrp="1"/>
          </p:cNvSpPr>
          <p:nvPr/>
        </p:nvSpPr>
        <p:spPr>
          <a:xfrm>
            <a:off x="971550" y="2762250"/>
            <a:ext cx="45434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Home, Away and Third kit sections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B623BEF-22FE-444A-8194-5DE4B8462FF0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E2B5A2-BF7A-4CAD-AE81-4CFD82B6BF1A}"/>
              </a:ext>
            </a:extLst>
          </p:cNvPr>
          <p:cNvSpPr>
            <a:spLocks noGrp="1"/>
          </p:cNvSpPr>
          <p:nvPr/>
        </p:nvSpPr>
        <p:spPr>
          <a:xfrm>
            <a:off x="971550" y="3571875"/>
            <a:ext cx="45434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Latest products and sale labels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0BADC8F-C055-4D9C-A4E4-6079C2FDA302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47BEC3B-D1B4-4561-8864-514DAADB0A0B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4543425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Quick links to the shop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455957" y="1752600"/>
            <a:ext cx="4909361" cy="4362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9720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8CCBBE4E-3280-46F9-9851-CBDD676BCA1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905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KITVERSE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6D5176-D3E3-47FE-AA85-81792441A668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Details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BACFC6F-FA67-49EB-AA69-660C0C745193}"/>
              </a:ext>
            </a:extLst>
          </p:cNvPr>
          <p:cNvSpPr>
            <a:spLocks noGrp="1"/>
          </p:cNvSpPr>
          <p:nvPr/>
        </p:nvSpPr>
        <p:spPr>
          <a:xfrm>
            <a:off x="11353800" y="619125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C9D6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6DF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BCDA924-2A06-41C8-A6E5-40E5B250BE65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83FAE4C-215C-4BA6-AE6E-FED54F50497F}"/>
              </a:ext>
            </a:extLst>
          </p:cNvPr>
          <p:cNvSpPr>
            <a:spLocks noGrp="1"/>
          </p:cNvSpPr>
          <p:nvPr/>
        </p:nvSpPr>
        <p:spPr>
          <a:xfrm>
            <a:off x="971550" y="1952625"/>
            <a:ext cx="4495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Jersey photo and product details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220EC6B-8DC4-42AC-AC93-E4A77E55C1BA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5E13F7-3A5B-4A69-B2DA-2268937F9323}"/>
              </a:ext>
            </a:extLst>
          </p:cNvPr>
          <p:cNvSpPr>
            <a:spLocks noGrp="1"/>
          </p:cNvSpPr>
          <p:nvPr/>
        </p:nvSpPr>
        <p:spPr>
          <a:xfrm>
            <a:off x="971550" y="2762250"/>
            <a:ext cx="4495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Price and discount are shown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41DA7CE-224A-433E-9D95-B796D3681C9C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927C7A-74A1-4EC8-B555-79CB6C05AF3B}"/>
              </a:ext>
            </a:extLst>
          </p:cNvPr>
          <p:cNvSpPr>
            <a:spLocks noGrp="1"/>
          </p:cNvSpPr>
          <p:nvPr/>
        </p:nvSpPr>
        <p:spPr>
          <a:xfrm>
            <a:off x="971550" y="3571875"/>
            <a:ext cx="4495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Choose an available size and quantity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860BD2E-8EB8-461E-889B-5A35F4379FD2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5399E9-DECB-4923-B98C-7807FB342276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4495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 a custom name or number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122979" y="1619250"/>
            <a:ext cx="5546741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5736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41EB0C6-D009-4661-87DD-DD358391C04B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905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KITVERSE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C63F975-7D76-4C54-A5A4-591C94EBF4FB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Cart and Checkout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AAEA59-3A95-4C94-B959-34BF59068EE8}"/>
              </a:ext>
            </a:extLst>
          </p:cNvPr>
          <p:cNvSpPr>
            <a:spLocks noGrp="1"/>
          </p:cNvSpPr>
          <p:nvPr/>
        </p:nvSpPr>
        <p:spPr>
          <a:xfrm>
            <a:off x="11353800" y="619125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C9D6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6DF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5E29BE6-83CC-4BD8-8321-EE1D8B5050CC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A643364-A120-4E5E-B5D6-C7D1CCFC615A}"/>
              </a:ext>
            </a:extLst>
          </p:cNvPr>
          <p:cNvSpPr>
            <a:spLocks noGrp="1"/>
          </p:cNvSpPr>
          <p:nvPr/>
        </p:nvSpPr>
        <p:spPr>
          <a:xfrm>
            <a:off x="971550" y="1952625"/>
            <a:ext cx="4495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 jerseys to the cart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39677A8-1413-4E11-86E3-5F95268C2E00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CF710E9-47EE-4440-BCA0-3B99A3B89E85}"/>
              </a:ext>
            </a:extLst>
          </p:cNvPr>
          <p:cNvSpPr>
            <a:spLocks noGrp="1"/>
          </p:cNvSpPr>
          <p:nvPr/>
        </p:nvSpPr>
        <p:spPr>
          <a:xfrm>
            <a:off x="971550" y="2762250"/>
            <a:ext cx="4495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Change quantity or remove items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44E7F9-3B5F-4CC9-BAA4-0D98EBEC8973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33193E-6A77-431C-A349-ECFE3D538AB3}"/>
              </a:ext>
            </a:extLst>
          </p:cNvPr>
          <p:cNvSpPr>
            <a:spLocks noGrp="1"/>
          </p:cNvSpPr>
          <p:nvPr/>
        </p:nvSpPr>
        <p:spPr>
          <a:xfrm>
            <a:off x="971550" y="3571875"/>
            <a:ext cx="4495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 discount and order total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475FA6A-0E46-4E1C-83CF-578D5BEA7B04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216290-785E-4AAF-B60B-8E1E63F1628F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4495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Enter details at checkout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57900" y="2428875"/>
            <a:ext cx="567690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42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E04C059-9B19-4C97-8317-A43C58E46DBA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905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KITVERSE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23CB1D2-0F5C-4A84-9CBF-A32122FBC79A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Customer Account and Orders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CAC48E5-4DA7-4FF0-AB73-1A79E9905FD4}"/>
              </a:ext>
            </a:extLst>
          </p:cNvPr>
          <p:cNvSpPr>
            <a:spLocks noGrp="1"/>
          </p:cNvSpPr>
          <p:nvPr/>
        </p:nvSpPr>
        <p:spPr>
          <a:xfrm>
            <a:off x="11353800" y="619125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C9D6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6DF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392AFC-30EA-4F58-9A12-285A49F58106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3FE545-30F9-4064-8E1E-E506F3F3E144}"/>
              </a:ext>
            </a:extLst>
          </p:cNvPr>
          <p:cNvSpPr>
            <a:spLocks noGrp="1"/>
          </p:cNvSpPr>
          <p:nvPr/>
        </p:nvSpPr>
        <p:spPr>
          <a:xfrm>
            <a:off x="971550" y="195262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Create a customer account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70A4FD-5BE7-4312-918A-478ED6EDCCBE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B8B4E6B-7C4A-420D-A7B5-F9CE62612B4B}"/>
              </a:ext>
            </a:extLst>
          </p:cNvPr>
          <p:cNvSpPr>
            <a:spLocks noGrp="1"/>
          </p:cNvSpPr>
          <p:nvPr/>
        </p:nvSpPr>
        <p:spPr>
          <a:xfrm>
            <a:off x="971550" y="2762250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Sign in with email and password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105A2F-B813-4C2E-A388-E54965929FA9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AEB0FC-F6E9-476C-B46D-CFF4CF1378DD}"/>
              </a:ext>
            </a:extLst>
          </p:cNvPr>
          <p:cNvSpPr>
            <a:spLocks noGrp="1"/>
          </p:cNvSpPr>
          <p:nvPr/>
        </p:nvSpPr>
        <p:spPr>
          <a:xfrm>
            <a:off x="971550" y="3571875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 past orders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B9B858-08FB-4618-B1A3-807886736259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1BC75C-61CD-4C7E-9124-9FECE215D10E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459105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order status and payment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48375" y="2450276"/>
            <a:ext cx="5676900" cy="281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3528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9A6B35F3-126A-43E4-AB59-E51A8164C493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905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KITVERSE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B4CBD4-1CAE-4FF6-AA4E-02EB48438E97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 Dashboard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AE5905F-93CB-4204-AEA7-D5D46EF88A63}"/>
              </a:ext>
            </a:extLst>
          </p:cNvPr>
          <p:cNvSpPr>
            <a:spLocks noGrp="1"/>
          </p:cNvSpPr>
          <p:nvPr/>
        </p:nvSpPr>
        <p:spPr>
          <a:xfrm>
            <a:off x="11353800" y="619125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C9D6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6DF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7EA849-E72D-4AB8-A273-54AFA7CB578F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460745-67A8-480C-9F2F-2595217886B2}"/>
              </a:ext>
            </a:extLst>
          </p:cNvPr>
          <p:cNvSpPr>
            <a:spLocks noGrp="1"/>
          </p:cNvSpPr>
          <p:nvPr/>
        </p:nvSpPr>
        <p:spPr>
          <a:xfrm>
            <a:off x="971550" y="1952625"/>
            <a:ext cx="4876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See total orders and order value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8FC1172-EF81-457A-9AF3-94A526F5C6D2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0D4809-B65A-4DAF-A441-8C5D7AEE8F08}"/>
              </a:ext>
            </a:extLst>
          </p:cNvPr>
          <p:cNvSpPr>
            <a:spLocks noGrp="1"/>
          </p:cNvSpPr>
          <p:nvPr/>
        </p:nvSpPr>
        <p:spPr>
          <a:xfrm>
            <a:off x="971550" y="2762250"/>
            <a:ext cx="4876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View recent orders and customers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DE347BF-E33E-4A78-8BB4-6CC6AB4924ED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882068A-0687-4127-A743-22A33B2CDDB7}"/>
              </a:ext>
            </a:extLst>
          </p:cNvPr>
          <p:cNvSpPr>
            <a:spLocks noGrp="1"/>
          </p:cNvSpPr>
          <p:nvPr/>
        </p:nvSpPr>
        <p:spPr>
          <a:xfrm>
            <a:off x="971550" y="3571875"/>
            <a:ext cx="4876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See popular jerseys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175E4F-EA93-40F2-8551-EF713F3A963A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F340BB8-5C0A-4BE4-B805-DA79BECFE783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4876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 low stock alerts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76950" y="2474089"/>
            <a:ext cx="5676900" cy="2814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529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942D2F7-AF46-49E4-964B-9EF96532B7B0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905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KITVERSE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F1F7737-077F-47D7-9423-85B2B6375CB5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Product and Stock Management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B610BA-3CFC-4FA5-847E-FE42B5103239}"/>
              </a:ext>
            </a:extLst>
          </p:cNvPr>
          <p:cNvSpPr>
            <a:spLocks noGrp="1"/>
          </p:cNvSpPr>
          <p:nvPr/>
        </p:nvSpPr>
        <p:spPr>
          <a:xfrm>
            <a:off x="11353800" y="619125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C9D6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6DF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A38D27-2BBE-4898-A3DD-37A0BA9452B7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3ECE961-79B6-43C9-A149-510CD2C798E8}"/>
              </a:ext>
            </a:extLst>
          </p:cNvPr>
          <p:cNvSpPr>
            <a:spLocks noGrp="1"/>
          </p:cNvSpPr>
          <p:nvPr/>
        </p:nvSpPr>
        <p:spPr>
          <a:xfrm>
            <a:off x="971550" y="1952625"/>
            <a:ext cx="4876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Add or edit products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D98287-8E27-4377-8EE0-25F79A2308EC}"/>
              </a:ext>
            </a:extLst>
          </p:cNvPr>
          <p:cNvSpPr>
            <a:spLocks noGrp="1"/>
          </p:cNvSpPr>
          <p:nvPr/>
        </p:nvSpPr>
        <p:spPr>
          <a:xfrm>
            <a:off x="609600" y="276225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EBE3A-00AE-4E8C-A03A-4D74529D98FA}"/>
              </a:ext>
            </a:extLst>
          </p:cNvPr>
          <p:cNvSpPr>
            <a:spLocks noGrp="1"/>
          </p:cNvSpPr>
          <p:nvPr/>
        </p:nvSpPr>
        <p:spPr>
          <a:xfrm>
            <a:off x="971550" y="2762250"/>
            <a:ext cx="4876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Set prices and discounts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ED1984-F440-440C-8664-659D812F6AE3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BB4FFDA-AF0F-4734-995F-68B369EBC1D2}"/>
              </a:ext>
            </a:extLst>
          </p:cNvPr>
          <p:cNvSpPr>
            <a:spLocks noGrp="1"/>
          </p:cNvSpPr>
          <p:nvPr/>
        </p:nvSpPr>
        <p:spPr>
          <a:xfrm>
            <a:off x="971550" y="3571875"/>
            <a:ext cx="4876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Upload product images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2C8261A-A197-41D5-9C92-A4B5B08FBBEB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849E669-EBA5-47FD-B538-3B50D9496B40}"/>
              </a:ext>
            </a:extLst>
          </p:cNvPr>
          <p:cNvSpPr>
            <a:spLocks noGrp="1"/>
          </p:cNvSpPr>
          <p:nvPr/>
        </p:nvSpPr>
        <p:spPr>
          <a:xfrm>
            <a:off x="971550" y="4381500"/>
            <a:ext cx="48768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9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Update stock for each size</a:t>
            </a: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057900" y="2030459"/>
            <a:ext cx="5676900" cy="366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9913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D461BB50-01A1-4623-BAA9-6E97A40C359F}"/>
              </a:ext>
            </a:extLst>
          </p:cNvPr>
          <p:cNvSpPr>
            <a:spLocks noGrp="1"/>
          </p:cNvSpPr>
          <p:nvPr/>
        </p:nvSpPr>
        <p:spPr>
          <a:xfrm>
            <a:off x="552450" y="285750"/>
            <a:ext cx="1905000" cy="29527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4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KITVERSE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D73CBF9-D986-4B49-96B5-1F55CEA7FEBD}"/>
              </a:ext>
            </a:extLst>
          </p:cNvPr>
          <p:cNvSpPr>
            <a:spLocks noGrp="1"/>
          </p:cNvSpPr>
          <p:nvPr/>
        </p:nvSpPr>
        <p:spPr>
          <a:xfrm>
            <a:off x="552450" y="828675"/>
            <a:ext cx="10668000" cy="68580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31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Security and Summary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75E067E-D9FF-43CD-A830-98EFDD1F38D3}"/>
              </a:ext>
            </a:extLst>
          </p:cNvPr>
          <p:cNvSpPr>
            <a:spLocks noGrp="1"/>
          </p:cNvSpPr>
          <p:nvPr/>
        </p:nvSpPr>
        <p:spPr>
          <a:xfrm>
            <a:off x="11353800" y="6191250"/>
            <a:ext cx="428625" cy="2857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1275" b="0">
                <a:solidFill>
                  <a:srgbClr val="C9D6D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C9D6DF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B3C41AB-491F-4F53-9275-9F3C14B181C8}"/>
              </a:ext>
            </a:extLst>
          </p:cNvPr>
          <p:cNvSpPr>
            <a:spLocks noGrp="1"/>
          </p:cNvSpPr>
          <p:nvPr/>
        </p:nvSpPr>
        <p:spPr>
          <a:xfrm>
            <a:off x="609600" y="195262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32A0CB8-07A2-45B1-8FEE-3FD611F39F78}"/>
              </a:ext>
            </a:extLst>
          </p:cNvPr>
          <p:cNvSpPr>
            <a:spLocks noGrp="1"/>
          </p:cNvSpPr>
          <p:nvPr/>
        </p:nvSpPr>
        <p:spPr>
          <a:xfrm>
            <a:off x="971550" y="1952625"/>
            <a:ext cx="9258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Passwords are stored with hashing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C0C747-24CD-4BBB-8B55-51C4002E64A6}"/>
              </a:ext>
            </a:extLst>
          </p:cNvPr>
          <p:cNvSpPr>
            <a:spLocks noGrp="1"/>
          </p:cNvSpPr>
          <p:nvPr/>
        </p:nvSpPr>
        <p:spPr>
          <a:xfrm>
            <a:off x="609600" y="273367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D37F27-925F-4830-A6B4-A55EF36BE6AA}"/>
              </a:ext>
            </a:extLst>
          </p:cNvPr>
          <p:cNvSpPr>
            <a:spLocks noGrp="1"/>
          </p:cNvSpPr>
          <p:nvPr/>
        </p:nvSpPr>
        <p:spPr>
          <a:xfrm>
            <a:off x="971550" y="2733675"/>
            <a:ext cx="9258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Admin pages need an admin account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74099CE-F464-42E4-A6E2-F9F09209B019}"/>
              </a:ext>
            </a:extLst>
          </p:cNvPr>
          <p:cNvSpPr>
            <a:spLocks noGrp="1"/>
          </p:cNvSpPr>
          <p:nvPr/>
        </p:nvSpPr>
        <p:spPr>
          <a:xfrm>
            <a:off x="609600" y="351472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EED2843-89EA-474A-A26C-B95915D5FAB1}"/>
              </a:ext>
            </a:extLst>
          </p:cNvPr>
          <p:cNvSpPr>
            <a:spLocks noGrp="1"/>
          </p:cNvSpPr>
          <p:nvPr/>
        </p:nvSpPr>
        <p:spPr>
          <a:xfrm>
            <a:off x="971550" y="3514725"/>
            <a:ext cx="9258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Forms use security tokens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70CBAB-59BD-425A-AC86-18AFF1F58C94}"/>
              </a:ext>
            </a:extLst>
          </p:cNvPr>
          <p:cNvSpPr>
            <a:spLocks noGrp="1"/>
          </p:cNvSpPr>
          <p:nvPr/>
        </p:nvSpPr>
        <p:spPr>
          <a:xfrm>
            <a:off x="609600" y="4295775"/>
            <a:ext cx="247650" cy="476250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1">
                <a:solidFill>
                  <a:srgbClr val="B8FB2C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B8FB2C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5C98F85-8497-430C-80F8-23F2A00C0C81}"/>
              </a:ext>
            </a:extLst>
          </p:cNvPr>
          <p:cNvSpPr>
            <a:spLocks noGrp="1"/>
          </p:cNvSpPr>
          <p:nvPr/>
        </p:nvSpPr>
        <p:spPr>
          <a:xfrm>
            <a:off x="971550" y="4295775"/>
            <a:ext cx="9258300" cy="619125"/>
          </a:xfrm>
          <a:prstGeom prst="rect">
            <a:avLst/>
          </a:prstGeom>
          <a:noFill/>
          <a:ln w="0">
            <a:noFill/>
          </a:ln>
        </p:spPr>
        <p:txBody>
          <a:bodyPr anchor="ctr">
            <a:noAutofit/>
          </a:bodyPr>
          <a:lstStyle/>
          <a:p>
            <a:pPr>
              <a:defRPr sz="20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KitVerse supports customers and store staff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1847C29-E471-445D-B238-44297F0BA4D8}"/>
              </a:ext>
            </a:extLst>
          </p:cNvPr>
          <p:cNvSpPr>
            <a:spLocks noGrp="1"/>
          </p:cNvSpPr>
          <p:nvPr/>
        </p:nvSpPr>
        <p:spPr>
          <a:xfrm>
            <a:off x="8429625" y="5143500"/>
            <a:ext cx="2571750" cy="1000125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sp>
      <p:pic>
        <p:nvPicPr>
          <p:cNvPr id="26" name="Picture 25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8524875" y="5246688"/>
            <a:ext cx="2381250" cy="793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98384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460</Words>
  <Application>Microsoft Office PowerPoint</Application>
  <DocSecurity>0</DocSecurity>
  <PresentationFormat>Widescreen</PresentationFormat>
  <Paragraphs>125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Yell Min Naing</cp:lastModifiedBy>
  <cp:revision>1</cp:revision>
  <dcterms:created xsi:type="dcterms:W3CDTF">2026-09-30T04:03:29Z</dcterms:created>
  <dcterms:modified xsi:type="dcterms:W3CDTF">2026-09-30T04:10:30Z</dcterms:modified>
</cp:coreProperties>
</file>